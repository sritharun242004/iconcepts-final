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2" r:id="rId13"/>
    <p:sldId id="273" r:id="rId14"/>
    <p:sldId id="271" r:id="rId15"/>
  </p:sldIdLst>
  <p:sldSz cx="3852863" cy="5537200"/>
  <p:notesSz cx="6858000" cy="9144000"/>
  <p:defaultTextStyle>
    <a:defPPr>
      <a:defRPr lang="en-US"/>
    </a:defPPr>
    <a:lvl1pPr marL="0" algn="l" defTabSz="53657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8285" algn="l" defTabSz="53657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36570" algn="l" defTabSz="53657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804855" algn="l" defTabSz="53657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73140" algn="l" defTabSz="53657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41425" algn="l" defTabSz="53657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609710" algn="l" defTabSz="53657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77995" algn="l" defTabSz="53657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46280" algn="l" defTabSz="53657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4026" y="-732"/>
      </p:cViewPr>
      <p:guideLst>
        <p:guide orient="horz" pos="1744"/>
        <p:guide pos="12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965" y="1720121"/>
            <a:ext cx="3274934" cy="118690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930" y="3137747"/>
            <a:ext cx="2697004" cy="14150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8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36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04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73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4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09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77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46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49" y="3558164"/>
            <a:ext cx="3274934" cy="1099749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349" y="2346902"/>
            <a:ext cx="3274934" cy="1211262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828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3657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80485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7314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4142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60971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7799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462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37" y="1043352"/>
            <a:ext cx="698331" cy="295061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483" y="1043352"/>
            <a:ext cx="699000" cy="295061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43" y="221745"/>
            <a:ext cx="3467577" cy="92286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643" y="1239461"/>
            <a:ext cx="1702350" cy="516549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8285" indent="0">
              <a:buNone/>
              <a:defRPr sz="1200" b="1"/>
            </a:lvl2pPr>
            <a:lvl3pPr marL="536570" indent="0">
              <a:buNone/>
              <a:defRPr sz="1100" b="1"/>
            </a:lvl3pPr>
            <a:lvl4pPr marL="804855" indent="0">
              <a:buNone/>
              <a:defRPr sz="900" b="1"/>
            </a:lvl4pPr>
            <a:lvl5pPr marL="1073140" indent="0">
              <a:buNone/>
              <a:defRPr sz="900" b="1"/>
            </a:lvl5pPr>
            <a:lvl6pPr marL="1341425" indent="0">
              <a:buNone/>
              <a:defRPr sz="900" b="1"/>
            </a:lvl6pPr>
            <a:lvl7pPr marL="1609710" indent="0">
              <a:buNone/>
              <a:defRPr sz="900" b="1"/>
            </a:lvl7pPr>
            <a:lvl8pPr marL="1877995" indent="0">
              <a:buNone/>
              <a:defRPr sz="900" b="1"/>
            </a:lvl8pPr>
            <a:lvl9pPr marL="214628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643" y="1756010"/>
            <a:ext cx="1702350" cy="3190299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57201" y="1239461"/>
            <a:ext cx="1703019" cy="516549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8285" indent="0">
              <a:buNone/>
              <a:defRPr sz="1200" b="1"/>
            </a:lvl2pPr>
            <a:lvl3pPr marL="536570" indent="0">
              <a:buNone/>
              <a:defRPr sz="1100" b="1"/>
            </a:lvl3pPr>
            <a:lvl4pPr marL="804855" indent="0">
              <a:buNone/>
              <a:defRPr sz="900" b="1"/>
            </a:lvl4pPr>
            <a:lvl5pPr marL="1073140" indent="0">
              <a:buNone/>
              <a:defRPr sz="900" b="1"/>
            </a:lvl5pPr>
            <a:lvl6pPr marL="1341425" indent="0">
              <a:buNone/>
              <a:defRPr sz="900" b="1"/>
            </a:lvl6pPr>
            <a:lvl7pPr marL="1609710" indent="0">
              <a:buNone/>
              <a:defRPr sz="900" b="1"/>
            </a:lvl7pPr>
            <a:lvl8pPr marL="1877995" indent="0">
              <a:buNone/>
              <a:defRPr sz="900" b="1"/>
            </a:lvl8pPr>
            <a:lvl9pPr marL="214628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57201" y="1756010"/>
            <a:ext cx="1703019" cy="3190299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44" y="220462"/>
            <a:ext cx="1267565" cy="938248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6363" y="220463"/>
            <a:ext cx="2153857" cy="4725847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644" y="1158711"/>
            <a:ext cx="1267565" cy="3787599"/>
          </a:xfrm>
        </p:spPr>
        <p:txBody>
          <a:bodyPr/>
          <a:lstStyle>
            <a:lvl1pPr marL="0" indent="0">
              <a:buNone/>
              <a:defRPr sz="800"/>
            </a:lvl1pPr>
            <a:lvl2pPr marL="268285" indent="0">
              <a:buNone/>
              <a:defRPr sz="700"/>
            </a:lvl2pPr>
            <a:lvl3pPr marL="536570" indent="0">
              <a:buNone/>
              <a:defRPr sz="600"/>
            </a:lvl3pPr>
            <a:lvl4pPr marL="804855" indent="0">
              <a:buNone/>
              <a:defRPr sz="500"/>
            </a:lvl4pPr>
            <a:lvl5pPr marL="1073140" indent="0">
              <a:buNone/>
              <a:defRPr sz="500"/>
            </a:lvl5pPr>
            <a:lvl6pPr marL="1341425" indent="0">
              <a:buNone/>
              <a:defRPr sz="500"/>
            </a:lvl6pPr>
            <a:lvl7pPr marL="1609710" indent="0">
              <a:buNone/>
              <a:defRPr sz="500"/>
            </a:lvl7pPr>
            <a:lvl8pPr marL="1877995" indent="0">
              <a:buNone/>
              <a:defRPr sz="500"/>
            </a:lvl8pPr>
            <a:lvl9pPr marL="2146280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88" y="3876040"/>
            <a:ext cx="2311718" cy="457588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55188" y="494759"/>
            <a:ext cx="2311718" cy="3322320"/>
          </a:xfrm>
        </p:spPr>
        <p:txBody>
          <a:bodyPr/>
          <a:lstStyle>
            <a:lvl1pPr marL="0" indent="0">
              <a:buNone/>
              <a:defRPr sz="1900"/>
            </a:lvl1pPr>
            <a:lvl2pPr marL="268285" indent="0">
              <a:buNone/>
              <a:defRPr sz="1600"/>
            </a:lvl2pPr>
            <a:lvl3pPr marL="536570" indent="0">
              <a:buNone/>
              <a:defRPr sz="1400"/>
            </a:lvl3pPr>
            <a:lvl4pPr marL="804855" indent="0">
              <a:buNone/>
              <a:defRPr sz="1200"/>
            </a:lvl4pPr>
            <a:lvl5pPr marL="1073140" indent="0">
              <a:buNone/>
              <a:defRPr sz="1200"/>
            </a:lvl5pPr>
            <a:lvl6pPr marL="1341425" indent="0">
              <a:buNone/>
              <a:defRPr sz="1200"/>
            </a:lvl6pPr>
            <a:lvl7pPr marL="1609710" indent="0">
              <a:buNone/>
              <a:defRPr sz="1200"/>
            </a:lvl7pPr>
            <a:lvl8pPr marL="1877995" indent="0">
              <a:buNone/>
              <a:defRPr sz="1200"/>
            </a:lvl8pPr>
            <a:lvl9pPr marL="2146280" indent="0">
              <a:buNone/>
              <a:defRPr sz="12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188" y="4333628"/>
            <a:ext cx="2311718" cy="649852"/>
          </a:xfrm>
        </p:spPr>
        <p:txBody>
          <a:bodyPr/>
          <a:lstStyle>
            <a:lvl1pPr marL="0" indent="0">
              <a:buNone/>
              <a:defRPr sz="800"/>
            </a:lvl1pPr>
            <a:lvl2pPr marL="268285" indent="0">
              <a:buNone/>
              <a:defRPr sz="700"/>
            </a:lvl2pPr>
            <a:lvl3pPr marL="536570" indent="0">
              <a:buNone/>
              <a:defRPr sz="600"/>
            </a:lvl3pPr>
            <a:lvl4pPr marL="804855" indent="0">
              <a:buNone/>
              <a:defRPr sz="500"/>
            </a:lvl4pPr>
            <a:lvl5pPr marL="1073140" indent="0">
              <a:buNone/>
              <a:defRPr sz="500"/>
            </a:lvl5pPr>
            <a:lvl6pPr marL="1341425" indent="0">
              <a:buNone/>
              <a:defRPr sz="500"/>
            </a:lvl6pPr>
            <a:lvl7pPr marL="1609710" indent="0">
              <a:buNone/>
              <a:defRPr sz="500"/>
            </a:lvl7pPr>
            <a:lvl8pPr marL="1877995" indent="0">
              <a:buNone/>
              <a:defRPr sz="500"/>
            </a:lvl8pPr>
            <a:lvl9pPr marL="2146280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264" y="179446"/>
            <a:ext cx="365219" cy="381451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937" y="179446"/>
            <a:ext cx="1032112" cy="381451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643" y="221745"/>
            <a:ext cx="3467577" cy="922867"/>
          </a:xfrm>
          <a:prstGeom prst="rect">
            <a:avLst/>
          </a:prstGeom>
        </p:spPr>
        <p:txBody>
          <a:bodyPr vert="horz" lIns="53657" tIns="26828" rIns="53657" bIns="2682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643" y="1292014"/>
            <a:ext cx="3467577" cy="3654296"/>
          </a:xfrm>
          <a:prstGeom prst="rect">
            <a:avLst/>
          </a:prstGeom>
        </p:spPr>
        <p:txBody>
          <a:bodyPr vert="horz" lIns="53657" tIns="26828" rIns="53657" bIns="2682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2643" y="5132164"/>
            <a:ext cx="899001" cy="294805"/>
          </a:xfrm>
          <a:prstGeom prst="rect">
            <a:avLst/>
          </a:prstGeom>
        </p:spPr>
        <p:txBody>
          <a:bodyPr vert="horz" lIns="53657" tIns="26828" rIns="53657" bIns="26828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35C98-1419-44BC-9131-B0C8621C3387}" type="datetimeFigureOut">
              <a:rPr lang="en-US" smtClean="0"/>
              <a:pPr/>
              <a:t>1/6/2016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6395" y="5132164"/>
            <a:ext cx="1220073" cy="294805"/>
          </a:xfrm>
          <a:prstGeom prst="rect">
            <a:avLst/>
          </a:prstGeom>
        </p:spPr>
        <p:txBody>
          <a:bodyPr vert="horz" lIns="53657" tIns="26828" rIns="53657" bIns="26828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61219" y="5132164"/>
            <a:ext cx="899001" cy="294805"/>
          </a:xfrm>
          <a:prstGeom prst="rect">
            <a:avLst/>
          </a:prstGeom>
        </p:spPr>
        <p:txBody>
          <a:bodyPr vert="horz" lIns="53657" tIns="26828" rIns="53657" bIns="26828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8E1E4-8FEF-4919-A772-B17DEFA541F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3657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214" indent="-201214" algn="l" defTabSz="53657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35963" indent="-167678" algn="l" defTabSz="53657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70712" indent="-134142" algn="l" defTabSz="53657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8997" indent="-134142" algn="l" defTabSz="536570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07282" indent="-134142" algn="l" defTabSz="536570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75567" indent="-134142" algn="l" defTabSz="53657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43852" indent="-134142" algn="l" defTabSz="53657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12137" indent="-134142" algn="l" defTabSz="53657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80422" indent="-134142" algn="l" defTabSz="53657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657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5" algn="l" defTabSz="53657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0" algn="l" defTabSz="53657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04855" algn="l" defTabSz="53657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73140" algn="l" defTabSz="53657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41425" algn="l" defTabSz="53657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710" algn="l" defTabSz="53657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77995" algn="l" defTabSz="53657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46280" algn="l" defTabSz="53657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dnan Live Rotary _24 Nov 15-0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7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dnan Live Rotary _24 Nov 15-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7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8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0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8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0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8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0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8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0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8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0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8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8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8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1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8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1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7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nan Live Rotary _24 Nov 15-1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1"/>
            <a:ext cx="3852167" cy="553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d pag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" y="2"/>
            <a:ext cx="3852164" cy="55371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design</dc:creator>
  <cp:lastModifiedBy>DESIGN1</cp:lastModifiedBy>
  <cp:revision>15</cp:revision>
  <dcterms:created xsi:type="dcterms:W3CDTF">2015-11-27T13:32:30Z</dcterms:created>
  <dcterms:modified xsi:type="dcterms:W3CDTF">2016-01-06T07:23:34Z</dcterms:modified>
</cp:coreProperties>
</file>